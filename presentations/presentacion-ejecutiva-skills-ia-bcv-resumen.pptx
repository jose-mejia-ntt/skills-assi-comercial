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5-1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 — Resumen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24612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4290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Alcance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23744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23744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2615184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del pipeline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81728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81728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773168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839712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9712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31152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423160"/>
            <a:ext cx="8503920" cy="2148840"/>
          </a:xfrm>
          <a:prstGeom prst="roundRect">
            <a:avLst>
              <a:gd name="adj" fmla="val 2553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2606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999232"/>
            <a:ext cx="7955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ecosistema BCV/BACC de Interbank opera sobre 7 microservicios backend Java/Spring Boot. El proyecto construye un pipeline de 3 skills de agente que convierte una Historia de Usuario (HU) de negocio en una Historia Técnica (DHU) y, opcionalmente, en código — usando graphify para reducir el consumo de tokens en ~85 %.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Spec-Driven Development (SDD) y BMAD: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SDD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guiado por especificaciones. Antes de escribir código se produce y aprueba una spec (la DHU) con criterios de aceptación y mapa técnico — bcv-hu-implementer no genera código si la DHU tiene gaps sin resolver.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ágil con IA. Es el ciclo interno que cada skill sigue al construir algo: Understand (entender la tarea y el código), Design (diseñar el cambio), Build (generarlo) y Validate (verificarlo).</a:t>
            </a:r>
            <a:endParaRPr lang="en-US" sz="98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Intención de entrada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que se Identificaron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33856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identificó y construyó un pipeline de 3 skills principales, uno por cada paso del flujo SDD: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365760" y="3246120"/>
            <a:ext cx="850392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3401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Primera entrega: un plan de tareas validado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94360" y="3703320"/>
            <a:ext cx="80467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 (research con graphify) y bcv-dhu-writer (especificación) ejecutan la primera parte del pipeline y entregan un plan de tareas (la DHU) validado. Desde ahí, bcv-hu-implementer aplica el plan y genera el código, iterando con el feedback del equipo dev.</a:t>
            </a:r>
            <a:endParaRPr lang="en-US" sz="1050" dirty="0"/>
          </a:p>
        </p:txBody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(hitos medidos)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cuantificaron el ahorro frente a la forma tradicional: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640080"/>
                <a:gridCol w="777240"/>
                <a:gridCol w="777240"/>
                <a:gridCol w="13716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299923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-75 %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475488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2"/>
          <p:cNvSpPr/>
          <p:nvPr/>
        </p:nvSpPr>
        <p:spPr>
          <a:xfrm>
            <a:off x="738835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-79 %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13–28 ago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507742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07742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07742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ago–11 sep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49724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49724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649724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14–25 sep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791706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91706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91706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sep–09 oct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65760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13–21 ago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436751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36751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24–28 ago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507742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507742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ago–04 sep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578733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78733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07–11 sep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49724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49724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 sep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720715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20715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21–25 sep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791706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91706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sep–02 oct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862697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2697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05–09 oct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20624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20624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 los 3 skills, el flujo de generación DHU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1436751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491615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1436751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491615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2507742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562606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de los skills del pipeline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2507742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2562606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3578733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633597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de la ejecución EVT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3578733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633597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Iterar skills del pipeline con código real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2507742" y="3953256"/>
            <a:ext cx="2077974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5B96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562606" y="4008120"/>
            <a:ext cx="1968246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adicionales (3)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4649724" y="2020824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704588" y="2075688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y ajustes de skills definidos con HUs/EVTs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49724" y="3470148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704588" y="3525012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obtenidas de ejecución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7862697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917561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Elaboración de informe final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862697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917561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 y lecciones aprendidas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54406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5614416" y="3611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63550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528816" y="3611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713232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306056" y="3611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800" dirty="0"/>
          </a:p>
        </p:txBody>
      </p:sp>
      <p:pic>
        <p:nvPicPr>
          <p:cNvPr id="6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67" name="Text 6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234440"/>
            <a:ext cx="8503920" cy="960120"/>
          </a:xfrm>
          <a:prstGeom prst="roundRect">
            <a:avLst>
              <a:gd name="adj" fmla="val 571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540764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540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3441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adicionales: bcv-hexagonal-architecture y bcv-openapi-design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43000" y="1636776"/>
            <a:ext cx="74980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Complementan el pipeline: hexagonal-architecture define el patrón de todo el código, y openapi-design define lo que se expone y valida la HU contra su contrato. bcv-spring-data-jpa-sql-server (persistencia SQL Server, usada por casi toda HU) se suma como tercer complemento.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313432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505456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423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en las próximas HUs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143000" y="2715768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su cobertura con casos de uso adicionales del banco, sobre Historias de Usuario reales.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3163824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355848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355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2735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queda a cargo del proyecto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4300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el traspaso del Arquitecto IA (10 sep): soporte continuo y afinación de los skills.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4014216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4360" y="4206240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43000" y="412394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Refinar los skills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143000" y="4416552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más código real y el feedback continuo del equipo dev del banco.</a:t>
            </a:r>
            <a:endParaRPr lang="en-US" sz="10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 iterar y refinar los skills en las próximas HUs, con Oscar a cargo del proyecto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 — Resumen</dc:title>
  <dc:subject>Presentación Ejecutiva (Resumen) — Skills IA · BCV/BACC</dc:subject>
  <dc:creator>NTT DATA</dc:creator>
  <cp:lastModifiedBy>NTT DATA</cp:lastModifiedBy>
  <cp:revision>1</cp:revision>
  <dcterms:created xsi:type="dcterms:W3CDTF">2026-09-10T19:41:59Z</dcterms:created>
  <dcterms:modified xsi:type="dcterms:W3CDTF">2026-09-10T19:41:59Z</dcterms:modified>
</cp:coreProperties>
</file>